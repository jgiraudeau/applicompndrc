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7" r:id="rId5"/>
    <p:sldId id="261" r:id="rId6"/>
    <p:sldId id="25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B3EEC-1F76-4458-8326-AE469B0B9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024A1C-4FA5-40F1-8550-9C1E6D377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58E8E7-0EFC-4687-B06C-29B2CD63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C367CD-575E-4C59-9978-F3832331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70AE17-2515-45BD-B76A-62F12BED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41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3B43D-BE6D-48F0-B802-31E0B86E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FB8840-3B32-4933-93CB-88B8F6D1C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537369-745D-4213-9E46-1454D623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87118A-93A5-46E9-A4CB-8CCE3ED7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E49F94-44E7-4FF5-9DF5-61559077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75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FCF9E-1761-4EAC-874C-76C7B761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B56CA2-8EB2-4117-80F9-BFFF51EBA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35AB90-A128-4545-B38E-7899C525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5E7C10-2455-40C4-BC08-40D1E4E0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0538EB-7119-4B34-84FF-B2EFB2A1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57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DB5C9-88F9-49F8-B13C-1B3ADA7C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27FF77-CCFD-45D4-99B5-DFBB1976C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14D334-D1C0-4A9A-8788-18EFE2EC9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ACBAF9-B24F-4ED4-BFF3-B3E8ED06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62D236-B4D0-44F9-8BAC-11645B6B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119730-39BA-46FE-B16B-AF40207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63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5A52C-5F1B-4CC5-8E46-EACEBC7F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DCB012-3FA0-4365-B159-FADCC9108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7C9FC2-9803-42BA-9C5F-240066C8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2667286-D5E7-4E28-82D2-710428B6A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1F0EB03-D5D5-4FAB-A670-2B743CAFA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9265BF1-024D-48C1-B2B9-1A66D1B5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766EF4-84A2-42CF-A615-47FA8CD4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8F85C58-8A31-4414-B996-0AE2AB9C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940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FE62E-D97F-4D28-B93C-8662F1E3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59F251-541D-457C-8A99-AB499A07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495F4B-8846-430D-92D5-EDEE6F3E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190A0A-6C1E-4F70-A2AD-3B0F52A13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20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311ABAA-19F0-4452-9D24-53042954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FB8719-5914-4853-ADA0-0DF0D075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28CABB-7EFE-4D9D-9FFF-9D5D9D21B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71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9441C4-B7AC-49C6-B8D0-B6B0EC19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4DCCE5-029F-4B82-B86F-BEC8ED41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43A0C3-C3FB-4B44-BDF8-6A5DCD153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A39A97-8EC9-4DD9-B932-313E0C7B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4C0A9A-E176-406A-AA95-65BA7D2C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E33465-3DFF-4F88-8942-6164F302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770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087D3-87E6-4F94-906D-11616B35A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8EC48C-D16F-45C8-AE12-E052B4041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BC042C-72F0-4FAC-80F2-5F550DF6C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A8967F-D397-49B4-8D48-710EED6E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14CA2F-2DAC-43DB-89BC-30DD64F6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AFB9DA-2292-4FDF-B37E-A0B607E7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859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7508C-71FE-482A-8B69-6A234D6F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A0A4619-0EE5-4BB4-B593-239369F48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14B45E-9FC5-40FB-8213-0E9E6757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C3F6BA-9424-47C7-BBE0-8284DCAE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C00742-30B9-41A5-BAD8-5C7354F7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31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52EE470-C960-40E7-8952-A063FBA88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884D0B-458E-4379-9017-59FE888AE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790780-D856-425E-99B4-5D25E7BB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D58837-6AF7-465C-8D19-4965DAC1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C38E57-F113-406C-B6AF-7B93FE1D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00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BED8320-D1BF-40B8-8B0A-4DF5BF92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BC6F78-8046-4E80-8A63-80E867401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E66500-0AAF-4666-A402-9C116075D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314BA-3E89-42D5-895E-522406327C9F}" type="datetimeFigureOut">
              <a:rPr lang="fr-FR" smtClean="0"/>
              <a:t>16/01/2019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402DA5-E580-44FF-A436-5E9A78067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9EA0DD-3E8B-4325-9ADC-1133AD3C6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A3B2A-CC80-49D7-BA80-E83D70626790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19B0DA8-95EF-431D-9391-CD57DD245D1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181" y="6005060"/>
            <a:ext cx="3877219" cy="68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9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B604F9-945B-405C-B5B9-DE7825EA7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Bilan annuel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506BAF-DF80-4800-AA5E-F02F35C80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Réunion du XX/XX/</a:t>
            </a:r>
            <a:r>
              <a:rPr lang="fr-FR" dirty="0" err="1"/>
              <a:t>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2707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03B6F40-5A39-4DDE-A9EA-5B8B85BD7B7D}"/>
              </a:ext>
            </a:extLst>
          </p:cNvPr>
          <p:cNvSpPr txBox="1"/>
          <p:nvPr/>
        </p:nvSpPr>
        <p:spPr>
          <a:xfrm>
            <a:off x="940904" y="583096"/>
            <a:ext cx="971384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Sommaire </a:t>
            </a:r>
          </a:p>
          <a:p>
            <a:r>
              <a:rPr lang="fr-FR" sz="3200" dirty="0"/>
              <a:t>Présentation des résultats de l’année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Marge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Taux de marque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Taux de marge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dirty="0"/>
              <a:t>Part des rayons </a:t>
            </a:r>
          </a:p>
        </p:txBody>
      </p:sp>
    </p:spTree>
    <p:extLst>
      <p:ext uri="{BB962C8B-B14F-4D97-AF65-F5344CB8AC3E}">
        <p14:creationId xmlns:p14="http://schemas.microsoft.com/office/powerpoint/2010/main" val="89614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03B6F40-5A39-4DDE-A9EA-5B8B85BD7B7D}"/>
              </a:ext>
            </a:extLst>
          </p:cNvPr>
          <p:cNvSpPr txBox="1"/>
          <p:nvPr/>
        </p:nvSpPr>
        <p:spPr>
          <a:xfrm>
            <a:off x="940904" y="583096"/>
            <a:ext cx="9713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Présentation des résultats de l’année : CA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7B3B34F-07EE-47AF-930E-8643AC2BA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22" y="1742795"/>
            <a:ext cx="10122889" cy="272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4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03B6F40-5A39-4DDE-A9EA-5B8B85BD7B7D}"/>
              </a:ext>
            </a:extLst>
          </p:cNvPr>
          <p:cNvSpPr txBox="1"/>
          <p:nvPr/>
        </p:nvSpPr>
        <p:spPr>
          <a:xfrm>
            <a:off x="940904" y="583096"/>
            <a:ext cx="9713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Présentation des résultats de l’année : Marge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6F2F1B6-41EB-44C9-B806-8D04304D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6" y="1835560"/>
            <a:ext cx="10763297" cy="289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5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03B6F40-5A39-4DDE-A9EA-5B8B85BD7B7D}"/>
              </a:ext>
            </a:extLst>
          </p:cNvPr>
          <p:cNvSpPr txBox="1"/>
          <p:nvPr/>
        </p:nvSpPr>
        <p:spPr>
          <a:xfrm>
            <a:off x="980660" y="583096"/>
            <a:ext cx="97138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Présentation des résultats de l’année : Taux de marque et taux de marge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F1C7D7A-27B2-4A30-AB49-F7099D53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4" y="2072049"/>
            <a:ext cx="11565572" cy="338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8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03B6F40-5A39-4DDE-A9EA-5B8B85BD7B7D}"/>
              </a:ext>
            </a:extLst>
          </p:cNvPr>
          <p:cNvSpPr txBox="1"/>
          <p:nvPr/>
        </p:nvSpPr>
        <p:spPr>
          <a:xfrm>
            <a:off x="940904" y="583096"/>
            <a:ext cx="9713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Présentation des résultats de l’année : Part des rayons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54A6B95-CD68-4661-ABBF-DFCD7B5F1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72" y="2025190"/>
            <a:ext cx="10248540" cy="250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457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7907A6857764CA978A2DA3C378C20" ma:contentTypeVersion="9" ma:contentTypeDescription="Crée un document." ma:contentTypeScope="" ma:versionID="68a11b05b780f0ecbccd66bf95e1f301">
  <xsd:schema xmlns:xsd="http://www.w3.org/2001/XMLSchema" xmlns:xs="http://www.w3.org/2001/XMLSchema" xmlns:p="http://schemas.microsoft.com/office/2006/metadata/properties" xmlns:ns2="82905250-58d4-4cac-bb0d-b4661e42aa10" xmlns:ns3="83a265cd-4431-46b8-a7ba-0250525921fc" targetNamespace="http://schemas.microsoft.com/office/2006/metadata/properties" ma:root="true" ma:fieldsID="79e6225e35e331f976f59efe8e30220b" ns2:_="" ns3:_="">
    <xsd:import namespace="82905250-58d4-4cac-bb0d-b4661e42aa10"/>
    <xsd:import namespace="83a265cd-4431-46b8-a7ba-0250525921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905250-58d4-4cac-bb0d-b4661e42a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e0316926-e272-4302-89b0-5e160602c2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265cd-4431-46b8-a7ba-0250525921f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b1161bc-43bf-41a1-9c50-cb7d2b21db1b}" ma:internalName="TaxCatchAll" ma:showField="CatchAllData" ma:web="83a265cd-4431-46b8-a7ba-0250525921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a265cd-4431-46b8-a7ba-0250525921fc" xsi:nil="true"/>
    <lcf76f155ced4ddcb4097134ff3c332f xmlns="82905250-58d4-4cac-bb0d-b4661e42aa1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BF15A0-BD96-4C29-8D68-0CC8E6A6D7D5}"/>
</file>

<file path=customXml/itemProps2.xml><?xml version="1.0" encoding="utf-8"?>
<ds:datastoreItem xmlns:ds="http://schemas.openxmlformats.org/officeDocument/2006/customXml" ds:itemID="{6F935464-43DA-487D-8D4E-1B1EED51C846}"/>
</file>

<file path=customXml/itemProps3.xml><?xml version="1.0" encoding="utf-8"?>
<ds:datastoreItem xmlns:ds="http://schemas.openxmlformats.org/officeDocument/2006/customXml" ds:itemID="{A6CAD49D-585B-45C3-8C3D-18A61EA44177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62</Words>
  <Application>Microsoft Office PowerPoint</Application>
  <PresentationFormat>Grand écran</PresentationFormat>
  <Paragraphs>13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Bilan annuel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annuel </dc:title>
  <dc:creator>isabelle chaupart</dc:creator>
  <cp:lastModifiedBy>isabelle chaupart</cp:lastModifiedBy>
  <cp:revision>4</cp:revision>
  <dcterms:created xsi:type="dcterms:W3CDTF">2019-01-16T16:04:59Z</dcterms:created>
  <dcterms:modified xsi:type="dcterms:W3CDTF">2019-01-16T16:15:10Z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0x0101004D27907A6857764CA978A2DA3C378C20</vt:lpwstr>
  </property>
</Properties>
</file>