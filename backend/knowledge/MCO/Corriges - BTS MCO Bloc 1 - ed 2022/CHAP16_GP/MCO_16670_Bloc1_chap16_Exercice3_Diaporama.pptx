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IVA-LAFON AURELIE" userId="d46d1b05-d9b0-42fe-8d60-0bee12d7c79a" providerId="ADAL" clId="{A3A2E92E-8F70-4FD2-A521-CBB52D081489}"/>
    <pc:docChg chg="modSld">
      <pc:chgData name="SARAIVA-LAFON AURELIE" userId="d46d1b05-d9b0-42fe-8d60-0bee12d7c79a" providerId="ADAL" clId="{A3A2E92E-8F70-4FD2-A521-CBB52D081489}" dt="2022-05-20T10:28:58.026" v="13" actId="20577"/>
      <pc:docMkLst>
        <pc:docMk/>
      </pc:docMkLst>
      <pc:sldChg chg="modSp mod">
        <pc:chgData name="SARAIVA-LAFON AURELIE" userId="d46d1b05-d9b0-42fe-8d60-0bee12d7c79a" providerId="ADAL" clId="{A3A2E92E-8F70-4FD2-A521-CBB52D081489}" dt="2022-05-20T10:28:43.403" v="0" actId="20577"/>
        <pc:sldMkLst>
          <pc:docMk/>
          <pc:sldMk cId="327545262" sldId="256"/>
        </pc:sldMkLst>
        <pc:spChg chg="mod">
          <ac:chgData name="SARAIVA-LAFON AURELIE" userId="d46d1b05-d9b0-42fe-8d60-0bee12d7c79a" providerId="ADAL" clId="{A3A2E92E-8F70-4FD2-A521-CBB52D081489}" dt="2022-05-20T10:28:43.403" v="0" actId="20577"/>
          <ac:spMkLst>
            <pc:docMk/>
            <pc:sldMk cId="327545262" sldId="256"/>
            <ac:spMk id="3" creationId="{1299A06C-2639-4F85-93D2-A22356B379C0}"/>
          </ac:spMkLst>
        </pc:spChg>
      </pc:sldChg>
      <pc:sldChg chg="modSp mod">
        <pc:chgData name="SARAIVA-LAFON AURELIE" userId="d46d1b05-d9b0-42fe-8d60-0bee12d7c79a" providerId="ADAL" clId="{A3A2E92E-8F70-4FD2-A521-CBB52D081489}" dt="2022-05-20T10:28:58.026" v="13" actId="20577"/>
        <pc:sldMkLst>
          <pc:docMk/>
          <pc:sldMk cId="3994275900" sldId="260"/>
        </pc:sldMkLst>
        <pc:spChg chg="mod">
          <ac:chgData name="SARAIVA-LAFON AURELIE" userId="d46d1b05-d9b0-42fe-8d60-0bee12d7c79a" providerId="ADAL" clId="{A3A2E92E-8F70-4FD2-A521-CBB52D081489}" dt="2022-05-20T10:28:58.026" v="13" actId="20577"/>
          <ac:spMkLst>
            <pc:docMk/>
            <pc:sldMk cId="3994275900" sldId="260"/>
            <ac:spMk id="7" creationId="{71E2A505-A092-4B63-B3B2-9081C9A937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00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60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51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70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6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1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84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41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91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339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548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4304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8857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161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06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312DC-71A3-4C3E-B577-E89AEE940420}" type="datetimeFigureOut">
              <a:rPr lang="fr-FR" smtClean="0"/>
              <a:t>20/05/2022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15B5CF3C-03DB-40A3-9744-DA4D6AAAF8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21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alley.fr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508A4-BEAF-4FB4-B07F-BA64C14CEC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Présentation du géomarketing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9A06C-2639-4F85-93D2-A22356B379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Réunion du XX/XX/N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EA9A44-E54F-4666-B643-E48D8C99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87" y="4821297"/>
            <a:ext cx="2256159" cy="175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5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DBFDB-6BC0-45A6-B2FE-F30B864D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Ordre du jour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841BE-5538-40E0-97E7-CAF77AD78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Intérêt du géomarketing</a:t>
            </a:r>
          </a:p>
          <a:p>
            <a:r>
              <a:rPr lang="fr-FR" sz="2800" dirty="0"/>
              <a:t>Zone de chalandise </a:t>
            </a:r>
          </a:p>
          <a:p>
            <a:r>
              <a:rPr lang="fr-FR" sz="2800" dirty="0"/>
              <a:t>Potentiel de la zone</a:t>
            </a:r>
          </a:p>
          <a:p>
            <a:r>
              <a:rPr lang="fr-FR" sz="2800" dirty="0"/>
              <a:t>Actions envisageables</a:t>
            </a:r>
          </a:p>
        </p:txBody>
      </p:sp>
    </p:spTree>
    <p:extLst>
      <p:ext uri="{BB962C8B-B14F-4D97-AF65-F5344CB8AC3E}">
        <p14:creationId xmlns:p14="http://schemas.microsoft.com/office/powerpoint/2010/main" val="160909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DBFDB-6BC0-45A6-B2FE-F30B864D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Intérêt du géomarketing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841BE-5538-40E0-97E7-CAF77AD7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Géomarketing : exploitation des données liées à la localisation géographique </a:t>
            </a:r>
            <a:r>
              <a:rPr lang="fr-FR" sz="2400" dirty="0"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des fins marketing.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Meilleure connaissance du potentiel de la zone et du profil des clients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Meilleure définition de la stratégie commerciale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Meilleure adaptation de l</a:t>
            </a:r>
            <a:r>
              <a:rPr lang="fr-FR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’offre à la population locale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Outil de fidélisation </a:t>
            </a:r>
            <a:endParaRPr lang="fr-FR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78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DBFDB-6BC0-45A6-B2FE-F30B864D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Zone de chalandise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0DA8F6-CBC7-4833-8A84-A6A52E9F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02" y="1370310"/>
            <a:ext cx="5246298" cy="462829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1E2A505-A092-4B63-B3B2-9081C9A93716}"/>
              </a:ext>
            </a:extLst>
          </p:cNvPr>
          <p:cNvSpPr txBox="1"/>
          <p:nvPr/>
        </p:nvSpPr>
        <p:spPr>
          <a:xfrm>
            <a:off x="1371600" y="6248400"/>
            <a:ext cx="2332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3"/>
              </a:rPr>
              <a:t>www.smappen.fr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427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DBFDB-6BC0-45A6-B2FE-F30B864D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de la zone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841BE-5538-40E0-97E7-CAF77AD7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05" y="1351441"/>
            <a:ext cx="8596668" cy="3880773"/>
          </a:xfrm>
        </p:spPr>
        <p:txBody>
          <a:bodyPr>
            <a:normAutofit/>
          </a:bodyPr>
          <a:lstStyle/>
          <a:p>
            <a:r>
              <a:rPr lang="fr-FR" sz="2400" dirty="0"/>
              <a:t>2 982 910 habitants sur les 3 zones</a:t>
            </a:r>
          </a:p>
          <a:p>
            <a:r>
              <a:rPr lang="fr-FR" sz="2400" dirty="0"/>
              <a:t>829 477 ménages avec famille</a:t>
            </a:r>
          </a:p>
          <a:p>
            <a:r>
              <a:rPr lang="fr-FR" sz="2400" dirty="0"/>
              <a:t>435 370 ménages avec enfants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4948B24-E854-44A2-8A7E-15EB6464A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589" y="397149"/>
            <a:ext cx="4844840" cy="290948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C2B9A5C-28EF-494C-B344-18A0E9E77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75" y="3191320"/>
            <a:ext cx="4578493" cy="274953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57C39B9-0A2A-420B-8ED1-42B682387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312" y="3857447"/>
            <a:ext cx="457849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DBFDB-6BC0-45A6-B2FE-F30B864D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de la zone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841BE-5538-40E0-97E7-CAF77AD7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92" y="1465439"/>
            <a:ext cx="8596668" cy="3880773"/>
          </a:xfrm>
        </p:spPr>
        <p:txBody>
          <a:bodyPr/>
          <a:lstStyle/>
          <a:p>
            <a:r>
              <a:rPr lang="fr-FR" sz="2400" dirty="0"/>
              <a:t>82 % sont des résidences principales</a:t>
            </a:r>
          </a:p>
          <a:p>
            <a:r>
              <a:rPr lang="fr-FR" sz="2400" dirty="0"/>
              <a:t>66 % habitent en maison</a:t>
            </a:r>
          </a:p>
          <a:p>
            <a:r>
              <a:rPr lang="fr-FR" sz="2400" dirty="0"/>
              <a:t>64 % sont propriétaires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911B73C-A102-4F2A-AAFF-A93652DC0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703" y="632946"/>
            <a:ext cx="4578493" cy="274953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CD00096-28C3-41A4-86A2-C464DDA5D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2" y="3328228"/>
            <a:ext cx="4578493" cy="274953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D1489F1-027E-4F26-895B-AE4300D96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314" y="3857447"/>
            <a:ext cx="457849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9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DBFDB-6BC0-45A6-B2FE-F30B864D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Actions envisageables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3841BE-5538-40E0-97E7-CAF77AD7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Zone de chalandise identifiée =&gt; développement de la communication : mairies, offices de tourisme, médiathèques, CCAS, camping et villages de vacances, CE, campagnes affichage, …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Campagne de fidélisation : Abonnement familles</a:t>
            </a:r>
          </a:p>
          <a:p>
            <a:r>
              <a:rPr lang="fr-FR" sz="2400" dirty="0">
                <a:effectLst/>
                <a:ea typeface="Calibri" panose="020F0502020204030204" pitchFamily="34" charset="0"/>
              </a:rPr>
              <a:t>Augmentation zone de chalandise </a:t>
            </a:r>
            <a:r>
              <a:rPr lang="fr-FR" sz="2400" dirty="0">
                <a:ea typeface="Calibri" panose="020F0502020204030204" pitchFamily="34" charset="0"/>
              </a:rPr>
              <a:t>=&gt; contacts </a:t>
            </a:r>
            <a:r>
              <a:rPr lang="fr-FR" sz="2400" dirty="0">
                <a:effectLst/>
                <a:ea typeface="Calibri" panose="020F0502020204030204" pitchFamily="34" charset="0"/>
              </a:rPr>
              <a:t>agences de voyage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3559399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7907A6857764CA978A2DA3C378C20" ma:contentTypeVersion="9" ma:contentTypeDescription="Crée un document." ma:contentTypeScope="" ma:versionID="68a11b05b780f0ecbccd66bf95e1f301">
  <xsd:schema xmlns:xsd="http://www.w3.org/2001/XMLSchema" xmlns:xs="http://www.w3.org/2001/XMLSchema" xmlns:p="http://schemas.microsoft.com/office/2006/metadata/properties" xmlns:ns2="82905250-58d4-4cac-bb0d-b4661e42aa10" xmlns:ns3="83a265cd-4431-46b8-a7ba-0250525921fc" targetNamespace="http://schemas.microsoft.com/office/2006/metadata/properties" ma:root="true" ma:fieldsID="79e6225e35e331f976f59efe8e30220b" ns2:_="" ns3:_="">
    <xsd:import namespace="82905250-58d4-4cac-bb0d-b4661e42aa10"/>
    <xsd:import namespace="83a265cd-4431-46b8-a7ba-025052592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905250-58d4-4cac-bb0d-b4661e42a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e0316926-e272-4302-89b0-5e160602c2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265cd-4431-46b8-a7ba-0250525921f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b1161bc-43bf-41a1-9c50-cb7d2b21db1b}" ma:internalName="TaxCatchAll" ma:showField="CatchAllData" ma:web="83a265cd-4431-46b8-a7ba-0250525921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a265cd-4431-46b8-a7ba-0250525921fc" xsi:nil="true"/>
    <lcf76f155ced4ddcb4097134ff3c332f xmlns="82905250-58d4-4cac-bb0d-b4661e42aa1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46A792-DE86-40DC-AF14-C4E2931886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905250-58d4-4cac-bb0d-b4661e42aa10"/>
    <ds:schemaRef ds:uri="83a265cd-4431-46b8-a7ba-0250525921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9C49A8-62E7-4C4E-A322-DCC0708C639C}">
  <ds:schemaRefs>
    <ds:schemaRef ds:uri="http://schemas.microsoft.com/office/2006/metadata/properties"/>
    <ds:schemaRef ds:uri="http://schemas.microsoft.com/office/infopath/2007/PartnerControls"/>
    <ds:schemaRef ds:uri="83a265cd-4431-46b8-a7ba-0250525921fc"/>
    <ds:schemaRef ds:uri="82905250-58d4-4cac-bb0d-b4661e42aa10"/>
  </ds:schemaRefs>
</ds:datastoreItem>
</file>

<file path=customXml/itemProps3.xml><?xml version="1.0" encoding="utf-8"?>
<ds:datastoreItem xmlns:ds="http://schemas.openxmlformats.org/officeDocument/2006/customXml" ds:itemID="{44E13CF3-4D87-4E72-A725-F167220A79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170</Words>
  <Application>Microsoft Office PowerPoint</Application>
  <PresentationFormat>Grand écran</PresentationFormat>
  <Paragraphs>27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Facette</vt:lpstr>
      <vt:lpstr>Présentation du géomarketing</vt:lpstr>
      <vt:lpstr>Ordre du jour </vt:lpstr>
      <vt:lpstr>Intérêt du géomarketing</vt:lpstr>
      <vt:lpstr>Zone de chalandise  </vt:lpstr>
      <vt:lpstr>Potentiel de la zone </vt:lpstr>
      <vt:lpstr>Potentiel de la zone </vt:lpstr>
      <vt:lpstr>Actions envisageables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géomarketing</dc:title>
  <dc:creator>isabelle chaupart</dc:creator>
  <cp:lastModifiedBy>SARAIVA-LAFON AURELIE</cp:lastModifiedBy>
  <cp:revision>5</cp:revision>
  <dcterms:created xsi:type="dcterms:W3CDTF">2021-09-01T08:49:31Z</dcterms:created>
  <dcterms:modified xsi:type="dcterms:W3CDTF">2022-05-20T10:29:06Z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0x0101004D27907A6857764CA978A2DA3C378C20</vt:lpwstr>
  </property>
</Properties>
</file>