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88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3075" name="Rectangle 3"/>
            <p:cNvSpPr>
              <a:spLocks noChangeArrowheads="1"/>
            </p:cNvSpPr>
            <p:nvPr/>
          </p:nvSpPr>
          <p:spPr bwMode="auto">
            <a:xfrm>
              <a:off x="1968" y="4224"/>
              <a:ext cx="3792" cy="96"/>
            </a:xfrm>
            <a:prstGeom prst="rect">
              <a:avLst/>
            </a:prstGeom>
            <a:gradFill rotWithShape="0">
              <a:gsLst>
                <a:gs pos="0">
                  <a:srgbClr val="EBD7FF"/>
                </a:gs>
                <a:gs pos="100000">
                  <a:srgbClr val="0099FF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76" name="Rectangle 4"/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rgbClr val="C1E7CE"/>
                </a:gs>
                <a:gs pos="100000">
                  <a:srgbClr val="339966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77" name="Rectangle 5"/>
            <p:cNvSpPr>
              <a:spLocks noChangeArrowheads="1"/>
            </p:cNvSpPr>
            <p:nvPr/>
          </p:nvSpPr>
          <p:spPr bwMode="auto">
            <a:xfrm>
              <a:off x="0" y="3312"/>
              <a:ext cx="288" cy="9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78" name="Rectangle 6"/>
            <p:cNvSpPr>
              <a:spLocks noChangeArrowheads="1"/>
            </p:cNvSpPr>
            <p:nvPr/>
          </p:nvSpPr>
          <p:spPr bwMode="auto">
            <a:xfrm>
              <a:off x="0" y="3408"/>
              <a:ext cx="288" cy="912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79" name="Rectangle 7"/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80" name="Rectangle 8"/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solidFill>
              <a:srgbClr val="CAC9A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81" name="Rectangle 9"/>
            <p:cNvSpPr>
              <a:spLocks noChangeArrowheads="1"/>
            </p:cNvSpPr>
            <p:nvPr/>
          </p:nvSpPr>
          <p:spPr bwMode="auto">
            <a:xfrm>
              <a:off x="288" y="192"/>
              <a:ext cx="336" cy="480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82" name="Rectangle 10"/>
            <p:cNvSpPr>
              <a:spLocks noChangeArrowheads="1"/>
            </p:cNvSpPr>
            <p:nvPr/>
          </p:nvSpPr>
          <p:spPr bwMode="auto">
            <a:xfrm>
              <a:off x="0" y="672"/>
              <a:ext cx="288" cy="2640"/>
            </a:xfrm>
            <a:prstGeom prst="rect">
              <a:avLst/>
            </a:prstGeom>
            <a:gradFill rotWithShape="0">
              <a:gsLst>
                <a:gs pos="0">
                  <a:srgbClr val="C1AE8F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83" name="Rectangle 11"/>
            <p:cNvSpPr>
              <a:spLocks noChangeArrowheads="1"/>
            </p:cNvSpPr>
            <p:nvPr/>
          </p:nvSpPr>
          <p:spPr bwMode="auto">
            <a:xfrm>
              <a:off x="0" y="192"/>
              <a:ext cx="288" cy="4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84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624" cy="192"/>
            </a:xfrm>
            <a:prstGeom prst="rect">
              <a:avLst/>
            </a:prstGeom>
            <a:solidFill>
              <a:srgbClr val="99CC00"/>
            </a:solidFill>
            <a:ln w="19050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85" name="Rectangle 13"/>
            <p:cNvSpPr>
              <a:spLocks noChangeArrowheads="1"/>
            </p:cNvSpPr>
            <p:nvPr/>
          </p:nvSpPr>
          <p:spPr bwMode="auto">
            <a:xfrm>
              <a:off x="624" y="0"/>
              <a:ext cx="297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86" name="Line 14"/>
            <p:cNvSpPr>
              <a:spLocks noChangeShapeType="1"/>
            </p:cNvSpPr>
            <p:nvPr/>
          </p:nvSpPr>
          <p:spPr bwMode="auto">
            <a:xfrm flipV="1">
              <a:off x="288" y="192"/>
              <a:ext cx="0" cy="4128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87" name="Line 15"/>
            <p:cNvSpPr>
              <a:spLocks noChangeShapeType="1"/>
            </p:cNvSpPr>
            <p:nvPr/>
          </p:nvSpPr>
          <p:spPr bwMode="auto">
            <a:xfrm>
              <a:off x="288" y="4224"/>
              <a:ext cx="5472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88" name="Line 16"/>
            <p:cNvSpPr>
              <a:spLocks noChangeShapeType="1"/>
            </p:cNvSpPr>
            <p:nvPr/>
          </p:nvSpPr>
          <p:spPr bwMode="auto">
            <a:xfrm flipV="1">
              <a:off x="5520" y="0"/>
              <a:ext cx="0" cy="4224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89" name="Line 17"/>
            <p:cNvSpPr>
              <a:spLocks noChangeShapeType="1"/>
            </p:cNvSpPr>
            <p:nvPr/>
          </p:nvSpPr>
          <p:spPr bwMode="auto">
            <a:xfrm>
              <a:off x="0" y="192"/>
              <a:ext cx="5760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3600" y="288"/>
              <a:ext cx="2160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 flipV="1">
              <a:off x="3600" y="0"/>
              <a:ext cx="0" cy="28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624" y="0"/>
              <a:ext cx="0" cy="672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0" y="672"/>
              <a:ext cx="62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V="1">
              <a:off x="1680" y="3936"/>
              <a:ext cx="0" cy="38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80" y="3936"/>
              <a:ext cx="4080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0" y="3312"/>
              <a:ext cx="288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 flipH="1">
              <a:off x="0" y="3408"/>
              <a:ext cx="288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</p:grpSp>
      <p:sp>
        <p:nvSpPr>
          <p:cNvPr id="3099" name="Rectangle 27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100" name="Rectangle 28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Century Gothic" pitchFamily="34" charset="0"/>
              <a:buNone/>
              <a:defRPr sz="2800"/>
            </a:lvl1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3104" name="Rectangle 32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dirty="0"/>
          </a:p>
        </p:txBody>
      </p:sp>
      <p:sp>
        <p:nvSpPr>
          <p:cNvPr id="3105" name="Rectangle 33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106" name="Rectangle 34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64276"/>
            <a:ext cx="2844800" cy="384175"/>
          </a:xfrm>
        </p:spPr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CCB41F53-9D1D-4371-99F7-B588C14422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effectLst>
            <a:glow rad="127000">
              <a:schemeClr val="accent1"/>
            </a:glow>
            <a:outerShdw blurRad="50800" dist="50800" dir="5400000" algn="ctr" rotWithShape="0">
              <a:srgbClr val="000000">
                <a:alpha val="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1559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520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9157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531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62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870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682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44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0249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07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599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CC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1968" y="4224"/>
              <a:ext cx="3792" cy="96"/>
            </a:xfrm>
            <a:prstGeom prst="rect">
              <a:avLst/>
            </a:prstGeom>
            <a:gradFill rotWithShape="0">
              <a:gsLst>
                <a:gs pos="0">
                  <a:srgbClr val="EBD7FF"/>
                </a:gs>
                <a:gs pos="100000">
                  <a:srgbClr val="0099FF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rgbClr val="C1E7CE"/>
                </a:gs>
                <a:gs pos="100000">
                  <a:srgbClr val="339966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34" name="Rectangle 10"/>
            <p:cNvSpPr>
              <a:spLocks noChangeArrowheads="1"/>
            </p:cNvSpPr>
            <p:nvPr/>
          </p:nvSpPr>
          <p:spPr bwMode="auto">
            <a:xfrm>
              <a:off x="0" y="3312"/>
              <a:ext cx="288" cy="9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35" name="Rectangle 11"/>
            <p:cNvSpPr>
              <a:spLocks noChangeArrowheads="1"/>
            </p:cNvSpPr>
            <p:nvPr/>
          </p:nvSpPr>
          <p:spPr bwMode="auto">
            <a:xfrm>
              <a:off x="0" y="3408"/>
              <a:ext cx="288" cy="912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36" name="Rectangle 12"/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solidFill>
              <a:srgbClr val="CAC9A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38" name="Rectangle 14"/>
            <p:cNvSpPr>
              <a:spLocks noChangeArrowheads="1"/>
            </p:cNvSpPr>
            <p:nvPr/>
          </p:nvSpPr>
          <p:spPr bwMode="auto">
            <a:xfrm>
              <a:off x="288" y="192"/>
              <a:ext cx="336" cy="480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39" name="Rectangle 15"/>
            <p:cNvSpPr>
              <a:spLocks noChangeArrowheads="1"/>
            </p:cNvSpPr>
            <p:nvPr/>
          </p:nvSpPr>
          <p:spPr bwMode="auto">
            <a:xfrm>
              <a:off x="0" y="672"/>
              <a:ext cx="288" cy="2640"/>
            </a:xfrm>
            <a:prstGeom prst="rect">
              <a:avLst/>
            </a:prstGeom>
            <a:gradFill rotWithShape="0">
              <a:gsLst>
                <a:gs pos="0">
                  <a:srgbClr val="C1AE8F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40" name="Rectangle 16"/>
            <p:cNvSpPr>
              <a:spLocks noChangeArrowheads="1"/>
            </p:cNvSpPr>
            <p:nvPr/>
          </p:nvSpPr>
          <p:spPr bwMode="auto">
            <a:xfrm>
              <a:off x="0" y="192"/>
              <a:ext cx="288" cy="4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41" name="Rectangle 17"/>
            <p:cNvSpPr>
              <a:spLocks noChangeArrowheads="1"/>
            </p:cNvSpPr>
            <p:nvPr/>
          </p:nvSpPr>
          <p:spPr bwMode="auto">
            <a:xfrm>
              <a:off x="0" y="0"/>
              <a:ext cx="624" cy="192"/>
            </a:xfrm>
            <a:prstGeom prst="rect">
              <a:avLst/>
            </a:prstGeom>
            <a:solidFill>
              <a:srgbClr val="99CC00"/>
            </a:solidFill>
            <a:ln w="19050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42" name="Rectangle 18"/>
            <p:cNvSpPr>
              <a:spLocks noChangeArrowheads="1"/>
            </p:cNvSpPr>
            <p:nvPr/>
          </p:nvSpPr>
          <p:spPr bwMode="auto">
            <a:xfrm>
              <a:off x="624" y="0"/>
              <a:ext cx="297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43" name="Line 19"/>
            <p:cNvSpPr>
              <a:spLocks noChangeShapeType="1"/>
            </p:cNvSpPr>
            <p:nvPr/>
          </p:nvSpPr>
          <p:spPr bwMode="auto">
            <a:xfrm flipV="1">
              <a:off x="288" y="192"/>
              <a:ext cx="0" cy="4128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44" name="Line 20"/>
            <p:cNvSpPr>
              <a:spLocks noChangeShapeType="1"/>
            </p:cNvSpPr>
            <p:nvPr/>
          </p:nvSpPr>
          <p:spPr bwMode="auto">
            <a:xfrm>
              <a:off x="288" y="4224"/>
              <a:ext cx="5472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45" name="Line 21"/>
            <p:cNvSpPr>
              <a:spLocks noChangeShapeType="1"/>
            </p:cNvSpPr>
            <p:nvPr/>
          </p:nvSpPr>
          <p:spPr bwMode="auto">
            <a:xfrm flipV="1">
              <a:off x="5520" y="0"/>
              <a:ext cx="0" cy="4224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46" name="Line 22"/>
            <p:cNvSpPr>
              <a:spLocks noChangeShapeType="1"/>
            </p:cNvSpPr>
            <p:nvPr/>
          </p:nvSpPr>
          <p:spPr bwMode="auto">
            <a:xfrm>
              <a:off x="0" y="192"/>
              <a:ext cx="5760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47" name="Line 23"/>
            <p:cNvSpPr>
              <a:spLocks noChangeShapeType="1"/>
            </p:cNvSpPr>
            <p:nvPr/>
          </p:nvSpPr>
          <p:spPr bwMode="auto">
            <a:xfrm flipH="1">
              <a:off x="3600" y="288"/>
              <a:ext cx="2160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48" name="Line 24"/>
            <p:cNvSpPr>
              <a:spLocks noChangeShapeType="1"/>
            </p:cNvSpPr>
            <p:nvPr/>
          </p:nvSpPr>
          <p:spPr bwMode="auto">
            <a:xfrm flipV="1">
              <a:off x="3600" y="0"/>
              <a:ext cx="0" cy="28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49" name="Line 25"/>
            <p:cNvSpPr>
              <a:spLocks noChangeShapeType="1"/>
            </p:cNvSpPr>
            <p:nvPr/>
          </p:nvSpPr>
          <p:spPr bwMode="auto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50" name="Line 26"/>
            <p:cNvSpPr>
              <a:spLocks noChangeShapeType="1"/>
            </p:cNvSpPr>
            <p:nvPr/>
          </p:nvSpPr>
          <p:spPr bwMode="auto">
            <a:xfrm>
              <a:off x="624" y="0"/>
              <a:ext cx="0" cy="672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51" name="Line 27"/>
            <p:cNvSpPr>
              <a:spLocks noChangeShapeType="1"/>
            </p:cNvSpPr>
            <p:nvPr/>
          </p:nvSpPr>
          <p:spPr bwMode="auto">
            <a:xfrm flipH="1">
              <a:off x="0" y="672"/>
              <a:ext cx="62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52" name="Line 28"/>
            <p:cNvSpPr>
              <a:spLocks noChangeShapeType="1"/>
            </p:cNvSpPr>
            <p:nvPr/>
          </p:nvSpPr>
          <p:spPr bwMode="auto">
            <a:xfrm flipV="1">
              <a:off x="1680" y="3936"/>
              <a:ext cx="0" cy="38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53" name="Line 29"/>
            <p:cNvSpPr>
              <a:spLocks noChangeShapeType="1"/>
            </p:cNvSpPr>
            <p:nvPr/>
          </p:nvSpPr>
          <p:spPr bwMode="auto">
            <a:xfrm>
              <a:off x="1680" y="3936"/>
              <a:ext cx="4080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54" name="Line 30"/>
            <p:cNvSpPr>
              <a:spLocks noChangeShapeType="1"/>
            </p:cNvSpPr>
            <p:nvPr/>
          </p:nvSpPr>
          <p:spPr bwMode="auto">
            <a:xfrm flipH="1">
              <a:off x="0" y="3312"/>
              <a:ext cx="288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55" name="Line 31"/>
            <p:cNvSpPr>
              <a:spLocks noChangeShapeType="1"/>
            </p:cNvSpPr>
            <p:nvPr/>
          </p:nvSpPr>
          <p:spPr bwMode="auto">
            <a:xfrm flipH="1">
              <a:off x="0" y="3408"/>
              <a:ext cx="288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</p:grp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64276"/>
            <a:ext cx="28448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64276"/>
            <a:ext cx="38608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67451"/>
            <a:ext cx="28448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6CA038A1-0997-4568-97EB-6E581AA1EDE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042" y="5870731"/>
            <a:ext cx="3041787" cy="97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65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3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800">
          <a:solidFill>
            <a:schemeClr val="bg2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400">
          <a:solidFill>
            <a:schemeClr val="bg2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000">
          <a:solidFill>
            <a:schemeClr val="bg2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000">
          <a:solidFill>
            <a:schemeClr val="bg2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000">
          <a:solidFill>
            <a:schemeClr val="bg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000">
          <a:solidFill>
            <a:schemeClr val="bg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000">
          <a:solidFill>
            <a:schemeClr val="bg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000">
          <a:solidFill>
            <a:schemeClr val="bg2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BE5DBD-608B-4780-998F-0ED4961EF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Réunion du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ED7534-3276-45DE-AA74-71F71BFD1D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9640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5152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6666"/>
        </a:dk1>
        <a:lt1>
          <a:srgbClr val="FFFFFF"/>
        </a:lt1>
        <a:dk2>
          <a:srgbClr val="5E761C"/>
        </a:dk2>
        <a:lt2>
          <a:srgbClr val="777777"/>
        </a:lt2>
        <a:accent1>
          <a:srgbClr val="D5F470"/>
        </a:accent1>
        <a:accent2>
          <a:srgbClr val="EDCCFB"/>
        </a:accent2>
        <a:accent3>
          <a:srgbClr val="FFFFFF"/>
        </a:accent3>
        <a:accent4>
          <a:srgbClr val="005656"/>
        </a:accent4>
        <a:accent5>
          <a:srgbClr val="E7F8BB"/>
        </a:accent5>
        <a:accent6>
          <a:srgbClr val="D7B9E3"/>
        </a:accent6>
        <a:hlink>
          <a:srgbClr val="FF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D5F470"/>
        </a:accent1>
        <a:accent2>
          <a:srgbClr val="EDC9FB"/>
        </a:accent2>
        <a:accent3>
          <a:srgbClr val="FFFFFF"/>
        </a:accent3>
        <a:accent4>
          <a:srgbClr val="000000"/>
        </a:accent4>
        <a:accent5>
          <a:srgbClr val="E7F8BB"/>
        </a:accent5>
        <a:accent6>
          <a:srgbClr val="D7B6E3"/>
        </a:accent6>
        <a:hlink>
          <a:srgbClr val="BFC3F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6600"/>
        </a:dk2>
        <a:lt2>
          <a:srgbClr val="808080"/>
        </a:lt2>
        <a:accent1>
          <a:srgbClr val="FF6237"/>
        </a:accent1>
        <a:accent2>
          <a:srgbClr val="5F7BF1"/>
        </a:accent2>
        <a:accent3>
          <a:srgbClr val="FFFFFF"/>
        </a:accent3>
        <a:accent4>
          <a:srgbClr val="000000"/>
        </a:accent4>
        <a:accent5>
          <a:srgbClr val="FFB7AE"/>
        </a:accent5>
        <a:accent6>
          <a:srgbClr val="556FDA"/>
        </a:accent6>
        <a:hlink>
          <a:srgbClr val="15DF1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663300"/>
        </a:dk2>
        <a:lt2>
          <a:srgbClr val="808080"/>
        </a:lt2>
        <a:accent1>
          <a:srgbClr val="76C082"/>
        </a:accent1>
        <a:accent2>
          <a:srgbClr val="E3B06D"/>
        </a:accent2>
        <a:accent3>
          <a:srgbClr val="FFFFFF"/>
        </a:accent3>
        <a:accent4>
          <a:srgbClr val="000000"/>
        </a:accent4>
        <a:accent5>
          <a:srgbClr val="BDDCC1"/>
        </a:accent5>
        <a:accent6>
          <a:srgbClr val="CE9F62"/>
        </a:accent6>
        <a:hlink>
          <a:srgbClr val="D8EC42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27907A6857764CA978A2DA3C378C20" ma:contentTypeVersion="9" ma:contentTypeDescription="Crée un document." ma:contentTypeScope="" ma:versionID="68a11b05b780f0ecbccd66bf95e1f301">
  <xsd:schema xmlns:xsd="http://www.w3.org/2001/XMLSchema" xmlns:xs="http://www.w3.org/2001/XMLSchema" xmlns:p="http://schemas.microsoft.com/office/2006/metadata/properties" xmlns:ns2="82905250-58d4-4cac-bb0d-b4661e42aa10" xmlns:ns3="83a265cd-4431-46b8-a7ba-0250525921fc" targetNamespace="http://schemas.microsoft.com/office/2006/metadata/properties" ma:root="true" ma:fieldsID="79e6225e35e331f976f59efe8e30220b" ns2:_="" ns3:_="">
    <xsd:import namespace="82905250-58d4-4cac-bb0d-b4661e42aa10"/>
    <xsd:import namespace="83a265cd-4431-46b8-a7ba-0250525921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905250-58d4-4cac-bb0d-b4661e42a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e0316926-e272-4302-89b0-5e160602c2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a265cd-4431-46b8-a7ba-0250525921fc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b1161bc-43bf-41a1-9c50-cb7d2b21db1b}" ma:internalName="TaxCatchAll" ma:showField="CatchAllData" ma:web="83a265cd-4431-46b8-a7ba-0250525921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3a265cd-4431-46b8-a7ba-0250525921fc" xsi:nil="true"/>
    <lcf76f155ced4ddcb4097134ff3c332f xmlns="82905250-58d4-4cac-bb0d-b4661e42aa1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C3DBDAC-2329-487B-BC72-C254C985FD26}"/>
</file>

<file path=customXml/itemProps2.xml><?xml version="1.0" encoding="utf-8"?>
<ds:datastoreItem xmlns:ds="http://schemas.openxmlformats.org/officeDocument/2006/customXml" ds:itemID="{DA93D090-D030-421E-A1E6-E1DBE2C31E05}"/>
</file>

<file path=customXml/itemProps3.xml><?xml version="1.0" encoding="utf-8"?>
<ds:datastoreItem xmlns:ds="http://schemas.openxmlformats.org/officeDocument/2006/customXml" ds:itemID="{84752937-D12A-469C-89A3-385ECE03C446}"/>
</file>

<file path=docProps/app.xml><?xml version="1.0" encoding="utf-8"?>
<Properties xmlns="http://schemas.openxmlformats.org/officeDocument/2006/extended-properties" xmlns:vt="http://schemas.openxmlformats.org/officeDocument/2006/docPropsVTypes">
  <Template>Thème6</Template>
  <TotalTime>43</TotalTime>
  <Words>2</Words>
  <Application>Microsoft Office PowerPoint</Application>
  <PresentationFormat>Grand écran</PresentationFormat>
  <Paragraphs>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5" baseType="lpstr">
      <vt:lpstr>굴림</vt:lpstr>
      <vt:lpstr>Century Gothic</vt:lpstr>
      <vt:lpstr>Thème6</vt:lpstr>
      <vt:lpstr>Réunion du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Réunion du</dc:title>
  <dc:creator>isabelle chaupart</dc:creator>
  <cp:lastModifiedBy>isabelle chaupart</cp:lastModifiedBy>
  <cp:revision>4</cp:revision>
  <dcterms:created xsi:type="dcterms:W3CDTF">2018-10-05T12:22:33Z</dcterms:created>
  <dcterms:modified xsi:type="dcterms:W3CDTF">2018-10-08T16:58:38Z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0x0101004D27907A6857764CA978A2DA3C378C20</vt:lpwstr>
  </property>
</Properties>
</file>