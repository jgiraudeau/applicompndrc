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fr-FR"/>
              <a:t>Profil des personnes intérrogées - Leur sexe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14E-4DBC-B670-447C485C74DB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14E-4DBC-B670-447C485C74D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'Exercice 2'!$B$5:$C$5</c:f>
              <c:strCache>
                <c:ptCount val="2"/>
                <c:pt idx="0">
                  <c:v>Hommes </c:v>
                </c:pt>
                <c:pt idx="1">
                  <c:v>Femmes </c:v>
                </c:pt>
              </c:strCache>
            </c:strRef>
          </c:cat>
          <c:val>
            <c:numRef>
              <c:f>'Exercice 2'!$B$9:$C$9</c:f>
              <c:numCache>
                <c:formatCode>General</c:formatCode>
                <c:ptCount val="2"/>
                <c:pt idx="0">
                  <c:v>297</c:v>
                </c:pt>
                <c:pt idx="1">
                  <c:v>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4E-4DBC-B670-447C485C74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fr-FR"/>
              <a:t>Profil des personnes interrogées - Leur âge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8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58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58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AA2-470C-97D3-88C462AF3C1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8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8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8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AA2-470C-97D3-88C462AF3C1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tint val="8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8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8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AA2-470C-97D3-88C462AF3C1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tint val="58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58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58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AA2-470C-97D3-88C462AF3C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'Exercice 2'!$E$5:$H$5</c:f>
              <c:strCache>
                <c:ptCount val="4"/>
                <c:pt idx="0">
                  <c:v>18/25 ans</c:v>
                </c:pt>
                <c:pt idx="1">
                  <c:v>26/35 ans </c:v>
                </c:pt>
                <c:pt idx="2">
                  <c:v>36/49 ans </c:v>
                </c:pt>
                <c:pt idx="3">
                  <c:v>+ de 50 ans</c:v>
                </c:pt>
              </c:strCache>
            </c:strRef>
          </c:cat>
          <c:val>
            <c:numRef>
              <c:f>'Exercice 2'!$E$9:$H$9</c:f>
              <c:numCache>
                <c:formatCode>General</c:formatCode>
                <c:ptCount val="4"/>
                <c:pt idx="0">
                  <c:v>148</c:v>
                </c:pt>
                <c:pt idx="1">
                  <c:v>156</c:v>
                </c:pt>
                <c:pt idx="2">
                  <c:v>166</c:v>
                </c:pt>
                <c:pt idx="3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A2-470C-97D3-88C462AF3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C084AF-2850-44FC-AD0B-DE0BB11A8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52019C-017E-436A-A859-D223686EE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EBD1EE-DB3C-4799-B720-701710865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D9CAAA-EAF2-4BE9-A754-DF69F68C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11BA61-F4E9-4CEB-9E50-DC58E87E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43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3BD266-C28A-43A1-A6D6-52ED064FB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659D11-0934-4420-B89A-A3D40AAB8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9DCF78-4A54-42EF-AF26-1A495D03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96D86F-0331-4D7D-A68C-BDEE7572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AC6CFD-5B99-4669-BE3C-BF7B6897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424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73626-CD04-42B8-A7DA-08FE4815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39DB5E-1399-4713-B70C-39C8B5352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57EED7-090B-443A-A3A6-6F25B03D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302049-9C27-446E-BC77-0C92A792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19C25E-FF57-4702-B912-46596C03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806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5A1AF5-E5F9-45D1-91FD-49F45D192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A303C9-4289-4DFC-828A-8C3F70B5B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D66F75E-4B28-4527-BD37-711BE74AA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9F7167-8ED4-4860-874D-85451F2E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5324A8-0755-4E30-9A79-5631B21E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7D8C24-B237-48A0-AAC5-648920BA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18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F2F14-D5F3-4284-A72E-3ECA6B462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0FBE89-6F7B-4773-9168-AD2528409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904DBA-2C65-4170-8072-DCC112B60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0095A4D-A37F-42AE-BADB-84D1562E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CEF5FB3-4693-4CEE-A1CF-D8BFBF001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CAD767A-F076-42F4-88A8-E20447B4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237D574-DD46-441E-83C8-703ABAE8E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ACD73D-93B8-4C30-A2A9-73AB2DEC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754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A2B47F-BC3C-4CB6-8660-1D33909B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3F71A9-E244-4EB5-BA54-7B8CF2C6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C3A170-88A6-4D06-8A3E-52979B54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87680C-D136-4DD4-9179-F5DA36F4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54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518C097-3923-48D8-A8CC-2584DD34A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6B2950-F8BF-4744-85CD-CF17C934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11CC0D-5FEC-4B66-86B5-7C6890CC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739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F7654-CB6A-4AEB-BC44-44E8B777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AD3D28-69C9-4E1A-AC93-A5E3718AD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67BC79-E3CF-44AA-AE77-DDAF94EC8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50F768-1654-494C-BB08-4A6CC0A5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DA002E-7E00-4912-807D-83ADCF3A2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12D29B-886E-404A-A3C3-9FC1E5F1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44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F1CA26-C4D3-4EAF-BF5F-5B94C567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68606BA-B943-41DC-8064-56A10DF3D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CF93B5-A706-4EE8-810A-FFF291F9C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12582F-ED5D-48E7-BFF0-3F9257BD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F12FD6-A10B-4747-ACF2-C92913B61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5C35FC-F480-4FB8-8747-26250723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81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C51A3-3234-4285-B51A-C295A149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341C34-407E-417A-8A6D-D22D84CBE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C618F5-2294-43BC-9ED9-46DC3DD7A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98362B-2C53-4195-8656-016784DC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6F1006-F029-48CA-813D-6D526B68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65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439E145-C8A5-4161-8A53-155B09882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3D5E4EA-4334-4A9E-A763-37A27D16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334BFA-8FF7-4E8D-867E-05E5081F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BE54C3-7AC2-4413-ADF3-6A292586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C1F841-27B2-429F-8879-FC4073DBA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104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85696F-5AEA-4968-B0FA-5C2B6751C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244483-14B3-4828-8564-5F6B028B9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3EBC40-F6DB-4E9E-8753-FE308006F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1E4A3-5FEA-4A41-8737-1389FF1DDDC1}" type="datetimeFigureOut">
              <a:rPr lang="fr-FR" smtClean="0"/>
              <a:t>11/10/2018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7911F6-E509-4293-8D84-816A947DD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61C39-E01F-4471-ACA2-ECB068D93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BF13F-65AD-4085-98F4-1F0DA91585C7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E9F2586-7739-4004-B51A-17681CA207B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065451"/>
            <a:ext cx="2566638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180A7-B77C-4D45-969E-9BE126AAE2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Réunion du lundi XX/XX/</a:t>
            </a:r>
            <a:r>
              <a:rPr lang="fr-FR" dirty="0" err="1"/>
              <a:t>NN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869396F-4428-47DA-9566-7CD328375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Présentation de l’enquête de notoriété</a:t>
            </a:r>
          </a:p>
        </p:txBody>
      </p:sp>
    </p:spTree>
    <p:extLst>
      <p:ext uri="{BB962C8B-B14F-4D97-AF65-F5344CB8AC3E}">
        <p14:creationId xmlns:p14="http://schemas.microsoft.com/office/powerpoint/2010/main" val="286497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6F0529F-3DCE-4238-9976-2E28738D3B58}"/>
              </a:ext>
            </a:extLst>
          </p:cNvPr>
          <p:cNvSpPr txBox="1"/>
          <p:nvPr/>
        </p:nvSpPr>
        <p:spPr>
          <a:xfrm>
            <a:off x="636104" y="530087"/>
            <a:ext cx="10376452" cy="37548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Sommaire</a:t>
            </a:r>
            <a:r>
              <a:rPr lang="fr-FR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fr-FR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Présentation des personnes interrogées </a:t>
            </a:r>
          </a:p>
          <a:p>
            <a:r>
              <a:rPr lang="fr-FR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Fréquence de consommation de chocolat</a:t>
            </a:r>
          </a:p>
          <a:p>
            <a:r>
              <a:rPr lang="fr-FR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Lieux d’achat</a:t>
            </a:r>
          </a:p>
          <a:p>
            <a:r>
              <a:rPr lang="fr-FR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Occasions d’achat</a:t>
            </a:r>
          </a:p>
          <a:p>
            <a:r>
              <a:rPr lang="fr-FR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Notoriété de Jeff de Bruges</a:t>
            </a:r>
          </a:p>
          <a:p>
            <a:endParaRPr lang="fr-FR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52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6F0529F-3DCE-4238-9976-2E28738D3B58}"/>
              </a:ext>
            </a:extLst>
          </p:cNvPr>
          <p:cNvSpPr txBox="1"/>
          <p:nvPr/>
        </p:nvSpPr>
        <p:spPr>
          <a:xfrm>
            <a:off x="728869" y="0"/>
            <a:ext cx="10376452" cy="12926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Présentation des personnes interrogées </a:t>
            </a:r>
          </a:p>
          <a:p>
            <a:r>
              <a:rPr lang="fr-FR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650 personnes interrogées</a:t>
            </a:r>
          </a:p>
          <a:p>
            <a:endParaRPr lang="fr-FR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5A565B8C-E479-4CC5-8B8A-8BB109F12B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1376908"/>
              </p:ext>
            </p:extLst>
          </p:nvPr>
        </p:nvGraphicFramePr>
        <p:xfrm>
          <a:off x="390937" y="1580321"/>
          <a:ext cx="5082211" cy="3482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79334CF8-0A83-4DFB-B904-5C638563CB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740646"/>
              </p:ext>
            </p:extLst>
          </p:nvPr>
        </p:nvGraphicFramePr>
        <p:xfrm>
          <a:off x="6095999" y="3081130"/>
          <a:ext cx="5393635" cy="3482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939777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7907A6857764CA978A2DA3C378C20" ma:contentTypeVersion="9" ma:contentTypeDescription="Crée un document." ma:contentTypeScope="" ma:versionID="68a11b05b780f0ecbccd66bf95e1f301">
  <xsd:schema xmlns:xsd="http://www.w3.org/2001/XMLSchema" xmlns:xs="http://www.w3.org/2001/XMLSchema" xmlns:p="http://schemas.microsoft.com/office/2006/metadata/properties" xmlns:ns2="82905250-58d4-4cac-bb0d-b4661e42aa10" xmlns:ns3="83a265cd-4431-46b8-a7ba-0250525921fc" targetNamespace="http://schemas.microsoft.com/office/2006/metadata/properties" ma:root="true" ma:fieldsID="79e6225e35e331f976f59efe8e30220b" ns2:_="" ns3:_="">
    <xsd:import namespace="82905250-58d4-4cac-bb0d-b4661e42aa10"/>
    <xsd:import namespace="83a265cd-4431-46b8-a7ba-0250525921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905250-58d4-4cac-bb0d-b4661e42a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e0316926-e272-4302-89b0-5e160602c2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265cd-4431-46b8-a7ba-0250525921f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b1161bc-43bf-41a1-9c50-cb7d2b21db1b}" ma:internalName="TaxCatchAll" ma:showField="CatchAllData" ma:web="83a265cd-4431-46b8-a7ba-0250525921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a265cd-4431-46b8-a7ba-0250525921fc" xsi:nil="true"/>
    <lcf76f155ced4ddcb4097134ff3c332f xmlns="82905250-58d4-4cac-bb0d-b4661e42aa1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4180F02-482E-4353-BD48-24699AEDEEC4}"/>
</file>

<file path=customXml/itemProps2.xml><?xml version="1.0" encoding="utf-8"?>
<ds:datastoreItem xmlns:ds="http://schemas.openxmlformats.org/officeDocument/2006/customXml" ds:itemID="{385B89FE-B0F4-4427-BC4D-D695F3D953B5}"/>
</file>

<file path=customXml/itemProps3.xml><?xml version="1.0" encoding="utf-8"?>
<ds:datastoreItem xmlns:ds="http://schemas.openxmlformats.org/officeDocument/2006/customXml" ds:itemID="{874E23BE-0AEF-4CED-BED7-46C95146A52B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</Words>
  <Application>Microsoft Office PowerPoint</Application>
  <PresentationFormat>Grand écran</PresentationFormat>
  <Paragraphs>12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Réunion du lundi XX/XX/NN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du lundi</dc:title>
  <dc:creator>isabelle chaupart</dc:creator>
  <cp:lastModifiedBy>isabelle chaupart</cp:lastModifiedBy>
  <cp:revision>2</cp:revision>
  <dcterms:created xsi:type="dcterms:W3CDTF">2018-10-11T08:45:12Z</dcterms:created>
  <dcterms:modified xsi:type="dcterms:W3CDTF">2018-10-11T08:54:17Z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0x0101004D27907A6857764CA978A2DA3C378C20</vt:lpwstr>
  </property>
</Properties>
</file>